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EE3960-D63F-5406-D080-D585B2E583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9331910-872E-0E1B-EA98-0522E625F9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17F02B-B641-3116-2C3C-7FDD751D9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087A0-252B-4010-A0C1-321518185E53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AC4FB14-14F6-3D25-42D7-2AF485984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0624683-D32F-BF68-C407-84DAD1C10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E7E3C-F5ED-4A05-BD9A-2C1BC12570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2655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483C5E-FA0F-534B-7471-67C029BF7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A1586B8-7FCC-F1DF-1AA5-EBA33BAFE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E8BA856-BF8E-71A9-42E6-B9D048973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087A0-252B-4010-A0C1-321518185E53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9974A10-695C-235E-1B1C-C5EA5F649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1B3A9C0-C6F1-6188-9F9B-1E640DF34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E7E3C-F5ED-4A05-BD9A-2C1BC12570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0957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002DC7-F6E3-0FE8-8416-61B389435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A690EDE-B80F-3339-3657-DA50B5683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B3F38ED-E02D-F504-ADFD-C446139A0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087A0-252B-4010-A0C1-321518185E53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660E804-45F3-5C49-7693-91DEBD2B8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4D8373F-D07D-328E-7B20-54486BF24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E7E3C-F5ED-4A05-BD9A-2C1BC12570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7046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65EE69-D8C5-BCA4-1775-225ABCEF9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841B485-850C-12BB-CBBF-A55C4CEB0F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937C768-BEC3-B637-E18D-C7941D5922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83C98C6-2365-0A38-1FE0-FE5A2FF11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087A0-252B-4010-A0C1-321518185E53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9FA67FA-A456-8F89-2B17-300332142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2058DAC-6A88-3DDB-133F-EB2149250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E7E3C-F5ED-4A05-BD9A-2C1BC12570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2927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58433A-5701-5931-E5CC-57F22F0E3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B18DBE4-BCB0-E240-90A0-5B72DE02F2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EF68D0D-EBD0-7590-9A9F-6215DA1BA0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9E7E065-B960-817B-449F-F4DFB86C31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9D39825-8F3C-D0C9-D286-2DBDF5EFC4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2EFBA57-2D11-C312-13EF-4BB70A87E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087A0-252B-4010-A0C1-321518185E53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2C83752-FF73-B245-425F-B48331E1F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CA0F337-1E22-D24D-D679-6F441CF91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E7E3C-F5ED-4A05-BD9A-2C1BC12570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9690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33108C-F8DB-0E71-1DFF-32B36933A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3DD3A78-2D1A-B1FB-E573-D374B8350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087A0-252B-4010-A0C1-321518185E53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D39C547-E317-FF80-C80D-9877FEC0C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4BCD431-EEE0-4612-F586-7ACB94DB9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E7E3C-F5ED-4A05-BD9A-2C1BC12570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6875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9DE6C6F-EF17-239E-E334-7858C7CFE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087A0-252B-4010-A0C1-321518185E53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7157D3F-12B8-C28B-3211-75FB8ED88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5236A06-8D55-63F1-7350-1B1442F6B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E7E3C-F5ED-4A05-BD9A-2C1BC12570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0830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54CF84-BD6D-939F-5AC5-8C02563A3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7D1A742-9433-9BFD-BAFE-8B80C18E5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CF14517-AE58-DCD9-36CA-EF49806CF5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4106804-97C2-2DDB-E98C-5E5FB2E96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087A0-252B-4010-A0C1-321518185E53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2CD0BAA-74D4-12AB-6A08-1CB8F1E2D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84202FE-2A3F-F097-BB33-CBBB9A51D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E7E3C-F5ED-4A05-BD9A-2C1BC12570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2266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D97E0F-FF08-695A-F260-6D7FFFCC6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C6CABED-2A34-4599-872F-E45833BF68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26BC2CA-7D5F-595B-B355-2C8B0171CA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1169E53-0F07-6E31-D036-C58FB27AF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087A0-252B-4010-A0C1-321518185E53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01D2C42-4D1D-D830-2191-F5A6C3264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908FC11-A9A0-E304-2FD6-0FFA703E2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E7E3C-F5ED-4A05-BD9A-2C1BC12570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9644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380CA4-9BEF-2938-A129-716D935B8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9FC3756-93B8-67EE-9D1B-B1ADCDCD5E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3A9E91A-28B0-0B26-8864-104D20090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087A0-252B-4010-A0C1-321518185E53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4CE5B88-06A5-3622-EC29-F3ADD904C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B4F6236-B508-E1AB-786B-CDFBA76A3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E7E3C-F5ED-4A05-BD9A-2C1BC12570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6419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1CA76D5-390D-0668-1CF4-2E22A2C58A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6789407-625F-1D0B-D06C-3C36162A53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51777C4-7BD1-B547-7EA3-51E8CC2EE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087A0-252B-4010-A0C1-321518185E53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72E376B-ADC4-148D-A859-C7C469BF4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656B28B-5E0E-B00A-5487-FA15E8CAC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BE7E3C-F5ED-4A05-BD9A-2C1BC12570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4592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C83971A-4B35-55C2-875E-C3D651DD9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04510B6-0C4D-F559-07E6-BE2970E3DA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199A249-FDE2-3535-DE93-9B79C42D37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4087A0-252B-4010-A0C1-321518185E53}" type="datetimeFigureOut">
              <a:rPr lang="fr-FR" smtClean="0"/>
              <a:t>16/06/2026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2D4AB0E-489E-D496-BB49-BD38A5787F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AC44B3F-C76F-359B-B3F4-E8B44A3407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BE7E3C-F5ED-4A05-BD9A-2C1BC125708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5492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E2C5E1-A9FD-99AA-4ED5-A3E798A2B2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414008"/>
          </a:xfrm>
        </p:spPr>
        <p:txBody>
          <a:bodyPr>
            <a:normAutofit/>
          </a:bodyPr>
          <a:lstStyle/>
          <a:p>
            <a:r>
              <a:rPr lang="fr-FR" sz="8800" b="1" dirty="0">
                <a:solidFill>
                  <a:srgbClr val="FF0000"/>
                </a:solidFill>
              </a:rPr>
              <a:t>AFRITALENT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93728F5-BA50-BF66-0136-3E20633C76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fr-FR" dirty="0"/>
              <a:t>                                        Réalisé par :ATIM FATI</a:t>
            </a:r>
          </a:p>
          <a:p>
            <a:pPr algn="l"/>
            <a:r>
              <a:rPr lang="fr-FR" dirty="0"/>
              <a:t>                                             Classe: l1 IAGE</a:t>
            </a:r>
          </a:p>
          <a:p>
            <a:pPr algn="l"/>
            <a:r>
              <a:rPr lang="fr-FR" dirty="0"/>
              <a:t>                                       Encadrant : ROBER DIASSE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41164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B60A33-B2E4-1E66-35B8-7CEC8BE97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1"/>
            <a:ext cx="10515600" cy="1230085"/>
          </a:xfrm>
        </p:spPr>
        <p:txBody>
          <a:bodyPr/>
          <a:lstStyle/>
          <a:p>
            <a:pPr algn="ctr"/>
            <a:r>
              <a:rPr lang="fr-FR" dirty="0"/>
              <a:t>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AE9F123-618A-BD9B-811E-51905F7B8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2486"/>
            <a:ext cx="10515600" cy="5170714"/>
          </a:xfrm>
        </p:spPr>
        <p:txBody>
          <a:bodyPr/>
          <a:lstStyle/>
          <a:p>
            <a:r>
              <a:rPr lang="fr-FR" dirty="0"/>
              <a:t>Présentation du projet</a:t>
            </a:r>
          </a:p>
          <a:p>
            <a:r>
              <a:rPr lang="fr-FR" dirty="0"/>
              <a:t>Objectifs</a:t>
            </a:r>
          </a:p>
          <a:p>
            <a:r>
              <a:rPr lang="fr-FR" dirty="0"/>
              <a:t>Publique et Cible</a:t>
            </a:r>
          </a:p>
          <a:p>
            <a:r>
              <a:rPr lang="fr-FR" dirty="0"/>
              <a:t>Architecture du Cite</a:t>
            </a:r>
          </a:p>
          <a:p>
            <a:r>
              <a:rPr lang="fr-FR" dirty="0"/>
              <a:t>Fonctionnalité</a:t>
            </a:r>
          </a:p>
          <a:p>
            <a:r>
              <a:rPr lang="fr-FR" dirty="0"/>
              <a:t>Technologie Utilisées (HTML, JavaScript et CSS avancé)</a:t>
            </a:r>
          </a:p>
          <a:p>
            <a:r>
              <a:rPr lang="fr-FR" dirty="0"/>
              <a:t>Gestion GitHub</a:t>
            </a:r>
          </a:p>
          <a:p>
            <a:r>
              <a:rPr lang="fr-FR" dirty="0"/>
              <a:t>Difficultés Rencontrées</a:t>
            </a:r>
          </a:p>
          <a:p>
            <a:r>
              <a:rPr lang="fr-FR" dirty="0"/>
              <a:t>Resource Utilisées</a:t>
            </a:r>
          </a:p>
          <a:p>
            <a:r>
              <a:rPr lang="fr-FR" dirty="0"/>
              <a:t>Conclusion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7600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F035DE-9655-2A21-19C4-40583E654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Présentation du projet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2001EC-2C6A-5EDC-5D9A-04E37A3397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Plusieurs </a:t>
            </a:r>
            <a:r>
              <a:rPr lang="fr-FR" dirty="0" err="1"/>
              <a:t>talentieux</a:t>
            </a:r>
            <a:r>
              <a:rPr lang="fr-FR" dirty="0"/>
              <a:t> africains rencontrent des difficultés pour trouver de travaille adaptées a leurs compétences .</a:t>
            </a:r>
          </a:p>
          <a:p>
            <a:r>
              <a:rPr lang="fr-FR" dirty="0"/>
              <a:t>Afritalent est une plate forme Web qui facilite la mise en relation entre :</a:t>
            </a:r>
          </a:p>
          <a:p>
            <a:r>
              <a:rPr lang="fr-FR" dirty="0"/>
              <a:t>Les Chercheurs d’emploi</a:t>
            </a:r>
          </a:p>
          <a:p>
            <a:r>
              <a:rPr lang="fr-FR" dirty="0"/>
              <a:t>Les Recruteurs</a:t>
            </a:r>
          </a:p>
          <a:p>
            <a:r>
              <a:rPr lang="fr-FR" dirty="0"/>
              <a:t>Les Entreprise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08023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47145B-536C-E0D3-395B-B3425BC86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Objectif  principal du projet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DF10EFE-99B5-F845-CB41-305E4CA95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Crées une plateforme moderne  qui facilite :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dirty="0"/>
              <a:t>La recherche d’emploi </a:t>
            </a:r>
          </a:p>
          <a:p>
            <a:r>
              <a:rPr lang="fr-FR" dirty="0"/>
              <a:t>La publication d’ offres</a:t>
            </a:r>
          </a:p>
          <a:p>
            <a:r>
              <a:rPr lang="fr-FR" dirty="0"/>
              <a:t>La mise en valeur des compétences</a:t>
            </a:r>
          </a:p>
          <a:p>
            <a:r>
              <a:rPr lang="fr-FR" dirty="0"/>
              <a:t>La connexion entre talent et entreprise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52564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4F2F78-E2CC-D3A7-FFE8-D56C3C93E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Public et cible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F16D7B3-733F-37F1-63AC-7DFD02537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Etudiants</a:t>
            </a:r>
          </a:p>
          <a:p>
            <a:r>
              <a:rPr lang="fr-FR" dirty="0"/>
              <a:t>Jeunes Diplômés</a:t>
            </a:r>
          </a:p>
          <a:p>
            <a:r>
              <a:rPr lang="fr-FR" dirty="0"/>
              <a:t>Professionnels</a:t>
            </a:r>
          </a:p>
          <a:p>
            <a:r>
              <a:rPr lang="fr-FR" dirty="0"/>
              <a:t>Entreprises </a:t>
            </a:r>
          </a:p>
          <a:p>
            <a:r>
              <a:rPr lang="fr-FR" dirty="0"/>
              <a:t>Recruteurs</a:t>
            </a:r>
          </a:p>
          <a:p>
            <a:pPr marL="0" indent="0">
              <a:buNone/>
            </a:pP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16129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444E8E-307F-F33C-6AA3-365A83605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Choix du design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A2C70CB-74CA-E5B2-493E-C6926837F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Bleu</a:t>
            </a:r>
          </a:p>
          <a:p>
            <a:r>
              <a:rPr lang="fr-FR" dirty="0"/>
              <a:t>Orange</a:t>
            </a:r>
          </a:p>
          <a:p>
            <a:r>
              <a:rPr lang="fr-FR" dirty="0"/>
              <a:t>Blanc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Pourquoi ?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Professionnalisation </a:t>
            </a:r>
          </a:p>
          <a:p>
            <a:pPr marL="0" indent="0">
              <a:buNone/>
            </a:pPr>
            <a:r>
              <a:rPr lang="fr-FR" dirty="0"/>
              <a:t>Modernité</a:t>
            </a:r>
          </a:p>
          <a:p>
            <a:pPr marL="0" indent="0">
              <a:buNone/>
            </a:pPr>
            <a:r>
              <a:rPr lang="fr-FR" dirty="0" err="1"/>
              <a:t>Lisibiliteé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23939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904E738-45A3-9F55-8B16-525A2BD2A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Typographie et inspiration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FE0F18A-17BD-2DCF-FE3A-544FCF277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Polices utilisées :</a:t>
            </a:r>
          </a:p>
          <a:p>
            <a:pPr marL="0" indent="0">
              <a:buNone/>
            </a:pPr>
            <a:r>
              <a:rPr lang="fr-FR" dirty="0"/>
              <a:t>Poppins</a:t>
            </a:r>
          </a:p>
          <a:p>
            <a:pPr marL="0" indent="0">
              <a:buNone/>
            </a:pPr>
            <a:r>
              <a:rPr lang="fr-FR" dirty="0"/>
              <a:t>Arial</a:t>
            </a:r>
          </a:p>
          <a:p>
            <a:pPr marL="0" indent="0">
              <a:buNone/>
            </a:pPr>
            <a:r>
              <a:rPr lang="fr-FR" dirty="0"/>
              <a:t>              Inspirations</a:t>
            </a:r>
          </a:p>
          <a:p>
            <a:pPr marL="0" indent="0">
              <a:buNone/>
            </a:pPr>
            <a:r>
              <a:rPr lang="fr-FR" dirty="0"/>
              <a:t>  </a:t>
            </a:r>
          </a:p>
          <a:p>
            <a:pPr marL="0" indent="0">
              <a:buNone/>
            </a:pPr>
            <a:r>
              <a:rPr lang="fr-FR" dirty="0"/>
              <a:t>        </a:t>
            </a:r>
            <a:r>
              <a:rPr lang="fr-FR" dirty="0" err="1"/>
              <a:t>Linkedin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        Indeed</a:t>
            </a:r>
          </a:p>
          <a:p>
            <a:pPr marL="0" indent="0">
              <a:buNone/>
            </a:pPr>
            <a:r>
              <a:rPr lang="fr-FR" dirty="0"/>
              <a:t>         Dribble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95776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A16F69-74E6-01BA-0C75-3CB1F3801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/>
              <a:t>Architecture</a:t>
            </a:r>
            <a:r>
              <a:rPr lang="fr-FR" dirty="0"/>
              <a:t> </a:t>
            </a:r>
            <a:r>
              <a:rPr lang="fr-FR" b="1" dirty="0"/>
              <a:t>du</a:t>
            </a:r>
            <a:r>
              <a:rPr lang="fr-FR" dirty="0"/>
              <a:t> </a:t>
            </a:r>
            <a:r>
              <a:rPr lang="fr-FR" b="1" dirty="0"/>
              <a:t>site</a:t>
            </a:r>
            <a:r>
              <a:rPr lang="fr-FR" dirty="0"/>
              <a:t>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F7BE9B-B742-DAF1-39A5-0A36956D0D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fr-FR" sz="4800" dirty="0"/>
              <a:t>Accueil</a:t>
            </a:r>
          </a:p>
          <a:p>
            <a:pPr algn="ctr"/>
            <a:r>
              <a:rPr lang="fr-FR" sz="4800" dirty="0"/>
              <a:t> Freelance</a:t>
            </a:r>
          </a:p>
          <a:p>
            <a:pPr algn="ctr"/>
            <a:r>
              <a:rPr lang="fr-FR" sz="4800" dirty="0"/>
              <a:t>A propos</a:t>
            </a:r>
          </a:p>
          <a:p>
            <a:pPr algn="ctr"/>
            <a:r>
              <a:rPr lang="fr-FR" sz="4800" dirty="0"/>
              <a:t>Tarifs</a:t>
            </a:r>
          </a:p>
          <a:p>
            <a:pPr algn="ctr"/>
            <a:r>
              <a:rPr lang="fr-FR" sz="4800" dirty="0"/>
              <a:t>contact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16180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7E2A29-22C1-CC2B-5A2E-0A50214B0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Capture d’écran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E80B973-1607-1165-336C-C0525777B4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809479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796A74-1A11-3C81-0C23-C7FF5DD63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Technologies  utilisées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69122EC-924D-90C2-4401-F9069D17D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/>
          <a:lstStyle/>
          <a:p>
            <a:r>
              <a:rPr lang="fr-FR" dirty="0"/>
              <a:t>Front-end</a:t>
            </a:r>
          </a:p>
          <a:p>
            <a:r>
              <a:rPr lang="fr-FR" dirty="0"/>
              <a:t>HTML5</a:t>
            </a:r>
          </a:p>
          <a:p>
            <a:r>
              <a:rPr lang="fr-FR" dirty="0"/>
              <a:t>CSS 3</a:t>
            </a:r>
          </a:p>
          <a:p>
            <a:r>
              <a:rPr lang="fr-FR" dirty="0"/>
              <a:t>JavaScript </a:t>
            </a:r>
          </a:p>
          <a:p>
            <a:r>
              <a:rPr lang="fr-FR" dirty="0" err="1"/>
              <a:t>Boostrap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                         outils</a:t>
            </a:r>
          </a:p>
          <a:p>
            <a:pPr marL="0" indent="0">
              <a:buNone/>
            </a:pPr>
            <a:r>
              <a:rPr lang="fr-FR" dirty="0"/>
              <a:t>               .VS Code</a:t>
            </a:r>
          </a:p>
          <a:p>
            <a:pPr marL="0" indent="0">
              <a:buNone/>
            </a:pPr>
            <a:r>
              <a:rPr lang="fr-FR" dirty="0"/>
              <a:t>                .Git</a:t>
            </a:r>
          </a:p>
          <a:p>
            <a:pPr marL="0" indent="0">
              <a:buNone/>
            </a:pPr>
            <a:r>
              <a:rPr lang="fr-FR" dirty="0"/>
              <a:t>                .GitHub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48008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4EF9BE-62AE-4B43-37E8-BF9B930E4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Points techniques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57FC1A-3A6C-5665-4EE2-028F405E71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Java Script</a:t>
            </a:r>
          </a:p>
          <a:p>
            <a:pPr marL="0" indent="0">
              <a:buNone/>
            </a:pPr>
            <a:r>
              <a:rPr lang="fr-FR" dirty="0"/>
              <a:t>Menu interactif</a:t>
            </a:r>
          </a:p>
          <a:p>
            <a:pPr marL="0" indent="0">
              <a:buNone/>
            </a:pPr>
            <a:r>
              <a:rPr lang="fr-FR" dirty="0"/>
              <a:t>Animation</a:t>
            </a:r>
          </a:p>
          <a:p>
            <a:pPr marL="0" indent="0">
              <a:buNone/>
            </a:pPr>
            <a:r>
              <a:rPr lang="fr-FR" dirty="0"/>
              <a:t>Validation des formules</a:t>
            </a:r>
          </a:p>
          <a:p>
            <a:pPr marL="0" indent="0">
              <a:buNone/>
            </a:pPr>
            <a:r>
              <a:rPr lang="fr-FR" dirty="0"/>
              <a:t>                      CSS avancé</a:t>
            </a:r>
          </a:p>
          <a:p>
            <a:pPr marL="0" indent="0">
              <a:buNone/>
            </a:pPr>
            <a:r>
              <a:rPr lang="fr-FR" dirty="0"/>
              <a:t>                  </a:t>
            </a:r>
            <a:r>
              <a:rPr lang="fr-FR" dirty="0" err="1"/>
              <a:t>Flexbox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                  </a:t>
            </a:r>
            <a:r>
              <a:rPr lang="fr-FR" dirty="0" err="1"/>
              <a:t>Grid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                   Animation</a:t>
            </a:r>
          </a:p>
          <a:p>
            <a:pPr marL="0" indent="0">
              <a:buNone/>
            </a:pPr>
            <a:r>
              <a:rPr lang="fr-FR" dirty="0"/>
              <a:t>                   Responsive Design  </a:t>
            </a:r>
          </a:p>
        </p:txBody>
      </p:sp>
    </p:spTree>
    <p:extLst>
      <p:ext uri="{BB962C8B-B14F-4D97-AF65-F5344CB8AC3E}">
        <p14:creationId xmlns:p14="http://schemas.microsoft.com/office/powerpoint/2010/main" val="1222598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10FD8D-58C2-6406-91FA-725A5BA7F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GITHUB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BF17658-47A4-40A2-339E-F2462A367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Gestion GitHub</a:t>
            </a:r>
          </a:p>
          <a:p>
            <a:r>
              <a:rPr lang="fr-FR" dirty="0"/>
              <a:t>Création du dépôt GitHub</a:t>
            </a:r>
          </a:p>
          <a:p>
            <a:r>
              <a:rPr lang="fr-FR" dirty="0"/>
              <a:t>Historique des commit</a:t>
            </a:r>
          </a:p>
          <a:p>
            <a:r>
              <a:rPr lang="fr-FR" dirty="0"/>
              <a:t>Sauvegarde du code</a:t>
            </a:r>
          </a:p>
          <a:p>
            <a:r>
              <a:rPr lang="fr-FR" dirty="0" err="1"/>
              <a:t>Workflw</a:t>
            </a:r>
            <a:r>
              <a:rPr lang="fr-FR" dirty="0"/>
              <a:t> Git</a:t>
            </a:r>
          </a:p>
          <a:p>
            <a:r>
              <a:rPr lang="fr-FR" dirty="0"/>
              <a:t>Git </a:t>
            </a:r>
            <a:r>
              <a:rPr lang="fr-FR" dirty="0" err="1"/>
              <a:t>add</a:t>
            </a:r>
            <a:r>
              <a:rPr lang="fr-FR" dirty="0"/>
              <a:t>.</a:t>
            </a:r>
          </a:p>
          <a:p>
            <a:r>
              <a:rPr lang="fr-FR" dirty="0"/>
              <a:t>Git commit –m    ``Ajout de la page don vous voulez envoyer’’</a:t>
            </a:r>
          </a:p>
          <a:p>
            <a:r>
              <a:rPr lang="fr-FR" dirty="0"/>
              <a:t>Git push (pour envoyer)</a:t>
            </a:r>
          </a:p>
        </p:txBody>
      </p:sp>
    </p:spTree>
    <p:extLst>
      <p:ext uri="{BB962C8B-B14F-4D97-AF65-F5344CB8AC3E}">
        <p14:creationId xmlns:p14="http://schemas.microsoft.com/office/powerpoint/2010/main" val="1959040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080C6D-3EE6-854D-BBA3-4A0BA352C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Difficultés rencontrées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3D009BE-2CEF-240A-CA4F-E59248F24A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Difficultés</a:t>
            </a:r>
          </a:p>
          <a:p>
            <a:r>
              <a:rPr lang="fr-FR" dirty="0"/>
              <a:t>Responsive Design</a:t>
            </a:r>
          </a:p>
          <a:p>
            <a:r>
              <a:rPr lang="fr-FR" dirty="0"/>
              <a:t>Positionnement des éléments</a:t>
            </a:r>
          </a:p>
          <a:p>
            <a:r>
              <a:rPr lang="fr-FR" dirty="0"/>
              <a:t>Solution</a:t>
            </a:r>
          </a:p>
          <a:p>
            <a:r>
              <a:rPr lang="fr-FR" dirty="0"/>
              <a:t>Utilisation de </a:t>
            </a:r>
            <a:r>
              <a:rPr lang="fr-FR" dirty="0" err="1"/>
              <a:t>boostrap</a:t>
            </a:r>
            <a:r>
              <a:rPr lang="fr-FR" dirty="0"/>
              <a:t> </a:t>
            </a:r>
            <a:r>
              <a:rPr lang="fr-FR" dirty="0" err="1"/>
              <a:t>Grid</a:t>
            </a:r>
            <a:r>
              <a:rPr lang="fr-FR" dirty="0"/>
              <a:t>.</a:t>
            </a:r>
          </a:p>
          <a:p>
            <a:r>
              <a:rPr lang="fr-FR" dirty="0"/>
              <a:t>Utilisation de </a:t>
            </a:r>
            <a:r>
              <a:rPr lang="fr-FR" dirty="0" err="1"/>
              <a:t>Flexbox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093713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DA011F-3C50-2F96-676B-15CF61B64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Ressources utilisées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81E6BA-806E-137B-1035-95FF60BF76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Documentation </a:t>
            </a:r>
          </a:p>
          <a:p>
            <a:r>
              <a:rPr lang="fr-FR" dirty="0"/>
              <a:t>HTML MDN</a:t>
            </a:r>
          </a:p>
          <a:p>
            <a:r>
              <a:rPr lang="fr-FR" dirty="0"/>
              <a:t>CSS MDN</a:t>
            </a:r>
          </a:p>
          <a:p>
            <a:r>
              <a:rPr lang="fr-FR" dirty="0" err="1"/>
              <a:t>Booststrap</a:t>
            </a:r>
            <a:endParaRPr lang="fr-FR" dirty="0"/>
          </a:p>
          <a:p>
            <a:r>
              <a:rPr lang="fr-FR" dirty="0"/>
              <a:t>Site</a:t>
            </a:r>
          </a:p>
          <a:p>
            <a:r>
              <a:rPr lang="fr-FR" dirty="0"/>
              <a:t>W3 </a:t>
            </a:r>
            <a:r>
              <a:rPr lang="fr-FR" dirty="0" err="1"/>
              <a:t>schoolls</a:t>
            </a:r>
            <a:endParaRPr lang="fr-FR" dirty="0"/>
          </a:p>
          <a:p>
            <a:r>
              <a:rPr lang="fr-FR" dirty="0" err="1"/>
              <a:t>Dribbble</a:t>
            </a:r>
            <a:endParaRPr lang="fr-FR" dirty="0"/>
          </a:p>
          <a:p>
            <a:r>
              <a:rPr lang="fr-FR" dirty="0"/>
              <a:t>GitHub</a:t>
            </a:r>
          </a:p>
        </p:txBody>
      </p:sp>
    </p:spTree>
    <p:extLst>
      <p:ext uri="{BB962C8B-B14F-4D97-AF65-F5344CB8AC3E}">
        <p14:creationId xmlns:p14="http://schemas.microsoft.com/office/powerpoint/2010/main" val="28556414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4EF99E-EBF1-D9A4-9866-1B23EA0D5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47CAA5-030A-7E68-4EC1-796E1A6F51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1343"/>
            <a:ext cx="10515600" cy="5159828"/>
          </a:xfrm>
        </p:spPr>
        <p:txBody>
          <a:bodyPr/>
          <a:lstStyle/>
          <a:p>
            <a:r>
              <a:rPr lang="fr-FR" dirty="0"/>
              <a:t>Résultats  obtenus </a:t>
            </a:r>
          </a:p>
          <a:p>
            <a:endParaRPr lang="fr-FR" dirty="0"/>
          </a:p>
          <a:p>
            <a:r>
              <a:rPr lang="fr-FR" dirty="0"/>
              <a:t>Site Web Fonctionnel</a:t>
            </a:r>
          </a:p>
          <a:p>
            <a:r>
              <a:rPr lang="fr-FR" dirty="0"/>
              <a:t>Interface Moderne</a:t>
            </a:r>
          </a:p>
          <a:p>
            <a:r>
              <a:rPr lang="fr-FR" dirty="0"/>
              <a:t>Bonne Expérience Utilisateur</a:t>
            </a:r>
          </a:p>
          <a:p>
            <a:r>
              <a:rPr lang="fr-FR" dirty="0"/>
              <a:t>                             Perspectives d’amélioration </a:t>
            </a:r>
          </a:p>
          <a:p>
            <a:r>
              <a:rPr lang="fr-FR" dirty="0"/>
              <a:t>Système d’inscription </a:t>
            </a:r>
          </a:p>
          <a:p>
            <a:r>
              <a:rPr lang="fr-FR" dirty="0"/>
              <a:t>Authentification  utilisation </a:t>
            </a:r>
          </a:p>
          <a:p>
            <a:r>
              <a:rPr lang="fr-FR" dirty="0"/>
              <a:t>Tableau de bord de recruteur</a:t>
            </a:r>
          </a:p>
          <a:p>
            <a:pPr marL="0" indent="0">
              <a:buNone/>
            </a:pP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265163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45EAE3-5F4E-8B3C-BF4A-291B351E4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11838"/>
          </a:xfrm>
        </p:spPr>
        <p:txBody>
          <a:bodyPr>
            <a:normAutofit/>
          </a:bodyPr>
          <a:lstStyle/>
          <a:p>
            <a:r>
              <a:rPr lang="fr-FR" sz="7200" dirty="0">
                <a:solidFill>
                  <a:srgbClr val="00B050"/>
                </a:solidFill>
              </a:rPr>
              <a:t>Merci pour votre attention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7FE3013-6748-1978-0FD2-BE339A972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55371"/>
            <a:ext cx="10515600" cy="4021592"/>
          </a:xfrm>
        </p:spPr>
        <p:txBody>
          <a:bodyPr/>
          <a:lstStyle/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4824735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</Words>
  <Application>Microsoft Office PowerPoint</Application>
  <PresentationFormat>Grand écran</PresentationFormat>
  <Paragraphs>116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Thème Office</vt:lpstr>
      <vt:lpstr>AFRITALENT</vt:lpstr>
      <vt:lpstr>SOMMAIRE</vt:lpstr>
      <vt:lpstr>Présentation du projet</vt:lpstr>
      <vt:lpstr>Objectif  principal du projet </vt:lpstr>
      <vt:lpstr>Public et cible</vt:lpstr>
      <vt:lpstr>Choix du design</vt:lpstr>
      <vt:lpstr>Typographie et inspiration</vt:lpstr>
      <vt:lpstr>Architecture du site </vt:lpstr>
      <vt:lpstr>Capture d’écran</vt:lpstr>
      <vt:lpstr>Technologies  utilisées</vt:lpstr>
      <vt:lpstr>Points techniques </vt:lpstr>
      <vt:lpstr>GITHUB</vt:lpstr>
      <vt:lpstr>Difficultés rencontrées</vt:lpstr>
      <vt:lpstr>Ressources utilisées</vt:lpstr>
      <vt:lpstr>Conclusion</vt:lpstr>
      <vt:lpstr>Merci pour votre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1</cp:revision>
  <dcterms:created xsi:type="dcterms:W3CDTF">2026-06-17T08:50:24Z</dcterms:created>
  <dcterms:modified xsi:type="dcterms:W3CDTF">2026-06-17T08:51:09Z</dcterms:modified>
</cp:coreProperties>
</file>